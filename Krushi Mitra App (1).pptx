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65" r:id="rId5"/>
    <p:sldId id="261" r:id="rId6"/>
    <p:sldId id="258" r:id="rId7"/>
    <p:sldId id="263" r:id="rId8"/>
    <p:sldId id="262" r:id="rId9"/>
    <p:sldId id="259" r:id="rId10"/>
    <p:sldId id="266" r:id="rId11"/>
    <p:sldId id="267" r:id="rId12"/>
    <p:sldId id="260" r:id="rId13"/>
    <p:sldId id="268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723AF-B1A7-4E64-BF9C-194A868F814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322A8-4E3E-4053-A0A9-F9F50E441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36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725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88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97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81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2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2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66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23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81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</a:t>
            </a:r>
            <a:r>
              <a:rPr lang="en-US" dirty="0" err="1" smtClean="0"/>
              <a:t>levelc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6D159-64C7-46F8-8D2F-3D81D23D56C5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CA300-C845-4BFF-BDBE-0EEF7FE1B447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459347" y="1027906"/>
            <a:ext cx="10012218" cy="5089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0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414983" y="831275"/>
            <a:ext cx="2715491" cy="249381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330035" y="3297386"/>
            <a:ext cx="9421091" cy="254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MAHARASTRA STATE BOARD OF TECHNICAL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POLYTECHNIC,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JINTUR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algn="ctr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"KRUSHI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MITRA APP“</a:t>
            </a:r>
          </a:p>
          <a:p>
            <a:pPr algn="ctr"/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(Your Digital Partner in Farming)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66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998" y="1011966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KRUSHI MITRA:A SMART AGRICULTURE APP</a:t>
            </a:r>
            <a:endParaRPr lang="en-IN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383955" y="3473312"/>
            <a:ext cx="15570566" cy="4167057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parajita" panose="02020603050405020304" pitchFamily="18" charset="0"/>
                <a:cs typeface="Aparajita" panose="02020603050405020304" pitchFamily="18" charset="0"/>
              </a:rPr>
              <a:t>                  </a:t>
            </a:r>
            <a:r>
              <a:rPr lang="en-US" sz="3200" dirty="0" smtClean="0">
                <a:latin typeface="Bahnschrift Condensed" panose="020B0502040204020203" pitchFamily="34" charset="0"/>
                <a:cs typeface="Aparajita" panose="02020603050405020304" pitchFamily="18" charset="0"/>
              </a:rPr>
              <a:t>Empowering Farmers With Real-Time data</a:t>
            </a:r>
            <a:endParaRPr lang="en-IN" sz="3200" dirty="0">
              <a:latin typeface="Bahnschrift Condensed" panose="020B0502040204020203" pitchFamily="34" charset="0"/>
              <a:cs typeface="Aparajita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482291" y="3407343"/>
            <a:ext cx="9108707" cy="290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358190" y="4034747"/>
            <a:ext cx="67184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Aparajita" panose="02020603050405020304" pitchFamily="18" charset="0"/>
                <a:cs typeface="Aparajita" panose="02020603050405020304" pitchFamily="18" charset="0"/>
              </a:rPr>
              <a:t>A Final Year Project by 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Onkar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Narsing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Dhembare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CO302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Ganesh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Bhanudas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Rengade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CO339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Aditya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Balaji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Suryawansh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CO348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Kadaji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Takalkar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CO449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756035" y="4034747"/>
            <a:ext cx="65259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19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854" y="9285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987" y="213243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Agriculture is India’s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Agriculture is the primary source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livelihood for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58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of India’s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153005" y="2595705"/>
            <a:ext cx="10201564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 Challenges: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Farmers face uncertainty due to unpredictable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and sudden market price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fluctuations.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real-time information prevents farmers from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making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profitable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Krushi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Solution: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app aims to empower farmers by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providing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digital tools at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fingertips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74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1364" y="1445780"/>
            <a:ext cx="10515600" cy="68984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Arial Black" panose="020B0A04020102020204" pitchFamily="34" charset="0"/>
              </a:rPr>
              <a:t>  PROBLEM </a:t>
            </a:r>
            <a:r>
              <a:rPr lang="en-IN" b="1" dirty="0">
                <a:latin typeface="Arial Black" panose="020B0A04020102020204" pitchFamily="34" charset="0"/>
              </a:rPr>
              <a:t>STATEMENT</a:t>
            </a:r>
            <a:br>
              <a:rPr lang="en-IN" b="1" dirty="0">
                <a:latin typeface="Arial Black" panose="020B0A04020102020204" pitchFamily="34" charset="0"/>
              </a:rPr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653309" y="1588655"/>
            <a:ext cx="96427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Uncertainty: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 lack access to real-time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rates, leading to financial losses while selling to middlemen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Vulnerability: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Unpredictable weather changes and lack of local alerts often result in heavy crop damage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Disease Diagnosis: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identifying crop pests and finding the right fertilizers leads to reduced yields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agricultural data is scattered and too complex for an average farmer to use effectively.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1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266" y="746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OBJECTIVES OF THE PROJECT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22398" y="2071688"/>
            <a:ext cx="996526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Accessibility: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farmers with instant access to market and weather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the information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rates) is fetched from reliable government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sources.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simple UI that even a non-technical person can operate easily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dependency of farmers on middlemen for basic information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89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224737"/>
              </p:ext>
            </p:extLst>
          </p:nvPr>
        </p:nvGraphicFramePr>
        <p:xfrm>
          <a:off x="1837267" y="2015066"/>
          <a:ext cx="8568267" cy="3333478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856089">
                  <a:extLst>
                    <a:ext uri="{9D8B030D-6E8A-4147-A177-3AD203B41FA5}">
                      <a16:colId xmlns:a16="http://schemas.microsoft.com/office/drawing/2014/main" val="1272836422"/>
                    </a:ext>
                  </a:extLst>
                </a:gridCol>
                <a:gridCol w="2856089">
                  <a:extLst>
                    <a:ext uri="{9D8B030D-6E8A-4147-A177-3AD203B41FA5}">
                      <a16:colId xmlns:a16="http://schemas.microsoft.com/office/drawing/2014/main" val="2778892242"/>
                    </a:ext>
                  </a:extLst>
                </a:gridCol>
                <a:gridCol w="2856089">
                  <a:extLst>
                    <a:ext uri="{9D8B030D-6E8A-4147-A177-3AD203B41FA5}">
                      <a16:colId xmlns:a16="http://schemas.microsoft.com/office/drawing/2014/main" val="3747201993"/>
                    </a:ext>
                  </a:extLst>
                </a:gridCol>
              </a:tblGrid>
              <a:tr h="5479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>
                          <a:effectLst/>
                        </a:rPr>
                        <a:t>Component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>
                          <a:effectLst/>
                        </a:rPr>
                        <a:t>Technology Used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 dirty="0">
                          <a:effectLst/>
                        </a:rPr>
                        <a:t>Purpose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5100043"/>
                  </a:ext>
                </a:extLst>
              </a:tr>
              <a:tr h="5479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 dirty="0">
                          <a:effectLst/>
                        </a:rPr>
                        <a:t>Frontend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 dirty="0">
                          <a:effectLst/>
                        </a:rPr>
                        <a:t>Flutter (Dart) / HTML, CSS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 dirty="0">
                          <a:effectLst/>
                        </a:rPr>
                        <a:t>Responsive &amp; Modern UI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1281606"/>
                  </a:ext>
                </a:extLst>
              </a:tr>
              <a:tr h="8429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 dirty="0">
                          <a:effectLst/>
                        </a:rPr>
                        <a:t>Backend Data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>
                          <a:effectLst/>
                        </a:rPr>
                        <a:t>REST APIs (OpenWeather, Agri-Market)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>
                          <a:effectLst/>
                        </a:rPr>
                        <a:t>Live Weather &amp; Market Updates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2542128"/>
                  </a:ext>
                </a:extLst>
              </a:tr>
              <a:tr h="846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 dirty="0">
                          <a:effectLst/>
                        </a:rPr>
                        <a:t>Development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 dirty="0">
                          <a:effectLst/>
                        </a:rPr>
                        <a:t>Capacitor Framework / VS Code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 dirty="0">
                          <a:effectLst/>
                        </a:rPr>
                        <a:t>Hybrid App Development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7757672"/>
                  </a:ext>
                </a:extLst>
              </a:tr>
              <a:tr h="5479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2000" dirty="0">
                          <a:effectLst/>
                        </a:rPr>
                        <a:t>Data Format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>
                          <a:effectLst/>
                        </a:rPr>
                        <a:t>JSON Parsing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800" dirty="0">
                          <a:effectLst/>
                        </a:rPr>
                        <a:t>Handling Real-time Data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460995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56933" y="1130685"/>
            <a:ext cx="7128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latin typeface="Arial Black" panose="020B0A04020102020204" pitchFamily="34" charset="0"/>
              </a:rPr>
              <a:t>TECHNOLOGY STACK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72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636058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Arial Black" panose="020B0A04020102020204" pitchFamily="34" charset="0"/>
              </a:rPr>
              <a:t>   SYSTEM </a:t>
            </a:r>
            <a:r>
              <a:rPr lang="en-IN" sz="4000" dirty="0">
                <a:latin typeface="Arial Black" panose="020B0A04020102020204" pitchFamily="34" charset="0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36133" y="1667933"/>
            <a:ext cx="9906000" cy="43180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9237133" y="5401733"/>
            <a:ext cx="1744134" cy="4656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6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734" y="839258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METHODOLOGY /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3267" y="2048933"/>
            <a:ext cx="9398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 connects to the internet and requests data from REST APIs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Processing: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fetched JSON data is parsed and filtered based on the user's selected district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User Interface: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processed information is displayed on the Flutter-based dashboard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Interaction: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can navigate through different sections like Weather,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Prices, and Crop Info.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56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8685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KEY FEATURES OF KRUSHI MITRA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8467" y="1634067"/>
            <a:ext cx="96943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Forecast: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current temperature, humidity, and rainfall alerts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current market rates for various crops from different Maharashtra districts (APMC markets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Crop Suggestions: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guidance on which crops are suitable based on the current season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simple, icon-based interface designed specifically for easy navigation by farmers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to support local languages like Marathi for better accessibility.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7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91" y="63297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AGRICULTURAL INFORMATION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1491" y="1662545"/>
            <a:ext cx="101045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Schemes </a:t>
            </a:r>
            <a:r>
              <a:rPr lang="mr-IN" sz="2400" b="1" dirty="0" smtClean="0">
                <a:latin typeface="Times New Roman" panose="02020603050405020304" pitchFamily="18" charset="0"/>
              </a:rPr>
              <a:t>:</a:t>
            </a:r>
            <a:r>
              <a:rPr lang="mr-IN" sz="2400" dirty="0" smtClean="0">
                <a:latin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insights into central and state government schemes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PM-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(Crop Insurance), and various solar pump subsidies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&amp; Pesticide Rates: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latest market price lists for essential fertilizers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Urea, DAP, Potash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pesticides to ensure farmers buy at the correct MRP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Agricultural Equipment: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on high-tech machinery like tractors,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rotavators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sprayers, including details on how to apply for government subsidies for these tools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Trade Awareness: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Empowers farmers with knowledge of actual market costs, reducing the risk of being overcharged by local retailers or middlemen.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817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472" y="614506"/>
            <a:ext cx="10515600" cy="1325563"/>
          </a:xfrm>
        </p:spPr>
        <p:txBody>
          <a:bodyPr>
            <a:noAutofit/>
          </a:bodyPr>
          <a:lstStyle/>
          <a:p>
            <a:r>
              <a:rPr lang="en-IN" sz="3600" dirty="0" smtClean="0">
                <a:latin typeface="Arial Black" panose="020B0A04020102020204" pitchFamily="34" charset="0"/>
              </a:rPr>
              <a:t> CROP </a:t>
            </a:r>
            <a:r>
              <a:rPr lang="en-IN" sz="3600" dirty="0">
                <a:latin typeface="Arial Black" panose="020B0A04020102020204" pitchFamily="34" charset="0"/>
              </a:rPr>
              <a:t>PROTECTION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1563" y="1570182"/>
            <a:ext cx="98459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Identification: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farmers identify common crop diseases like Blight or Rust by their symptoms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Solutions: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the right pesticides, fertilizers, and organic treatments for quick crop recovery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Tips: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guidance on how to protect crops from future pest attacks and improve soil health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Advice: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agricultural helpline numbers and expert tips for better crop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944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4133" y="746126"/>
            <a:ext cx="10515600" cy="1325563"/>
          </a:xfrm>
        </p:spPr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 FUTURE </a:t>
            </a:r>
            <a:r>
              <a:rPr lang="en-IN" dirty="0">
                <a:latin typeface="Arial Black" panose="020B0A04020102020204" pitchFamily="34" charset="0"/>
              </a:rPr>
              <a:t>SCO</a:t>
            </a:r>
            <a:r>
              <a:rPr lang="en-IN" sz="4000" dirty="0">
                <a:latin typeface="Arial Black" panose="020B0A04020102020204" pitchFamily="34" charset="0"/>
              </a:rPr>
              <a:t>P</a:t>
            </a:r>
            <a:r>
              <a:rPr lang="en-IN" dirty="0">
                <a:latin typeface="Arial Black" panose="020B0A0402010202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2534" y="1811868"/>
            <a:ext cx="9474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smart sensors for automated irrigation control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Crop Disease Detection: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Adding a feature where farmers can scan a leaf photo to identify diseases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Consultation: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direct chat or call feature to connect farmers with agricultural experts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E-Marketplace: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Developing a platform for farmers to sell their products directly to customers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Enabling basic features to work without an internet connection in remote areas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7300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4528" y="79923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CONCLUSION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328" y="1745673"/>
            <a:ext cx="98921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Krushi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provides a simple digital platform for farmers to manage their crops effectively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Access: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 successfully gives instant updates on Market Rates and Weather to reduce financial risks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bridges the gap between farmers and essential information like Government Schemes and Disease Solutions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Ready: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is a strong foundation for adding advanced technologies like AI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future.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94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090" y="2101560"/>
            <a:ext cx="5775037" cy="1685349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 Black" panose="020B0A04020102020204" pitchFamily="34" charset="0"/>
              </a:rPr>
              <a:t>THANK </a:t>
            </a:r>
            <a:r>
              <a:rPr lang="en-IN" sz="4800" b="1" dirty="0" smtClean="0">
                <a:latin typeface="Arial Black" panose="020B0A04020102020204" pitchFamily="34" charset="0"/>
              </a:rPr>
              <a:t>YOU</a:t>
            </a:r>
            <a:r>
              <a:rPr lang="en-IN" sz="4800" dirty="0"/>
              <a:t> </a:t>
            </a:r>
            <a:r>
              <a:rPr lang="en-IN" sz="4800" dirty="0" smtClean="0"/>
              <a:t>!!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923148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869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Aparajita</vt:lpstr>
      <vt:lpstr>Arial</vt:lpstr>
      <vt:lpstr>Arial Black</vt:lpstr>
      <vt:lpstr>Bahnschrift Condensed</vt:lpstr>
      <vt:lpstr>Calibri</vt:lpstr>
      <vt:lpstr>Calibri Light</vt:lpstr>
      <vt:lpstr>Mangal</vt:lpstr>
      <vt:lpstr>Segoe UI Semibold</vt:lpstr>
      <vt:lpstr>Times New Roman</vt:lpstr>
      <vt:lpstr>Office Theme</vt:lpstr>
      <vt:lpstr>PowerPoint Presentation</vt:lpstr>
      <vt:lpstr>KRUSHI MITRA:A SMART AGRICULTURE APP</vt:lpstr>
      <vt:lpstr>INTRODUCTION</vt:lpstr>
      <vt:lpstr>  PROBLEM STATEMENT </vt:lpstr>
      <vt:lpstr>OBJECTIVES OF THE PROJECT</vt:lpstr>
      <vt:lpstr>PowerPoint Presentation</vt:lpstr>
      <vt:lpstr>   SYSTEM ARCHITECTURE</vt:lpstr>
      <vt:lpstr>METHODOLOGY / WORKFLOW</vt:lpstr>
      <vt:lpstr>KEY FEATURES OF KRUSHI MITRA</vt:lpstr>
      <vt:lpstr>AGRICULTURAL INFORMATION HUB</vt:lpstr>
      <vt:lpstr> CROP PROTECTION &amp; MANAGEMENT</vt:lpstr>
      <vt:lpstr> FUTURE SCOPE</vt:lpstr>
      <vt:lpstr>CONCLUSION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</dc:creator>
  <cp:lastModifiedBy>Shree</cp:lastModifiedBy>
  <cp:revision>27</cp:revision>
  <dcterms:created xsi:type="dcterms:W3CDTF">2026-04-04T04:01:14Z</dcterms:created>
  <dcterms:modified xsi:type="dcterms:W3CDTF">2026-04-05T08:03:34Z</dcterms:modified>
</cp:coreProperties>
</file>